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A2D4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A335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AI Agent — 功能演示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基于大模型的安全事件智能分析与自动响应平台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B6B9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2026-07-23  |  项目演示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SecAgent 是什么？解决了什么问题？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告警智能研判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Kafka/HTTP 双入口接入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自动分流 + 多步推理链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置信度评分 + IOC 自动提取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知识图谱增强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32918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3429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🛡️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漏洞主动扫描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端规则引擎 + Nuclei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表单式 / 对话式任务创建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SSE 进度监控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漏洞等级二次评估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429000"/>
            <a:ext cx="411480" cy="411480"/>
          </a:xfrm>
          <a:prstGeom prst="ellipse">
            <a:avLst/>
          </a:prstGeom>
          <a:solidFill>
            <a:srgbClr val="E08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自动响应处置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套 YAML 预设剧本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L1-L5 分级 HITL 审批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企微/钉钉实时通知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幂等执行 + 失败回滚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32918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16200000">
              <a:srgbClr val="0000002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3429000"/>
            <a:ext cx="411480" cy="411480"/>
          </a:xfrm>
          <a:prstGeom prst="ellipse">
            <a:avLst/>
          </a:prstGeom>
          <a:solidFill>
            <a:srgbClr val="0EA37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 AI 助手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路意图智能路由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项目文档 RAG 问答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联网安全情报搜索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自然语言驱动扫描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系统架构全景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502920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25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antd5 + TypeScript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/ WebSocket 实时通信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64008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19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网关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JWT + RBAC(4角色)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强类型 + SSE 推送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77440"/>
            <a:ext cx="64008" cy="502920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14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编排引擎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615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主图 + 3 子图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· vuln_hunter · responder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71800"/>
            <a:ext cx="64008" cy="502920"/>
          </a:xfrm>
          <a:prstGeom prst="rect">
            <a:avLst/>
          </a:prstGeom>
          <a:solidFill>
            <a:srgbClr val="E08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08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09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/ Claude / OpenAI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ModelAdapter 统一抽象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64008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027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8039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(事件+审计) · Redis (审批+总线)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(向量) · Neo4j (ATT&amp;CK)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160520"/>
            <a:ext cx="64008" cy="502920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97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398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跨平台 · WebSocket 长连接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 + Nuclei · 自升级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1188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02920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中间件就绪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1188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4944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74320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02920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场景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274320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套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9494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主题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功能地图 — 五大模块全景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572768" cy="3108960"/>
          </a:xfrm>
          <a:prstGeom prst="roundRect">
            <a:avLst>
              <a:gd name="adj" fmla="val 4651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安全告警研判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737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Kafka/HTTP 双入口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LLM 智能分流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4323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多步推理链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77977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IOC 提取+脱敏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3127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GraphRAG 知识增强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4747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全程审计追踪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1188720"/>
            <a:ext cx="1572768" cy="3108960"/>
          </a:xfrm>
          <a:prstGeom prst="roundRect">
            <a:avLst>
              <a:gd name="adj" fmla="val 4651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12801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漏洞扫描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1737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表单式+对话式创建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matcher + Nuclei 双引擎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4323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SSE 实时进度监控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77977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等级二次评估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127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漏洞生命周期管理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34747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HTML 报告导出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03904" y="1188720"/>
            <a:ext cx="1572768" cy="3108960"/>
          </a:xfrm>
          <a:prstGeom prst="roundRect">
            <a:avLst>
              <a:gd name="adj" fmla="val 4651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12801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8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响应处置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13632" y="1737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10套 YAML 预设剧本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13632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L1-L5 分级 HITL 审批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13632" y="24323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Redis 原子 quorum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13632" y="277977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企微/钉钉通知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13632" y="3127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幂等执行+失败回滚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13632" y="34747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Celery 超时兜底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1188720"/>
            <a:ext cx="1572768" cy="3108960"/>
          </a:xfrm>
          <a:prstGeom prst="roundRect">
            <a:avLst>
              <a:gd name="adj" fmla="val 4651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5522976" y="12801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主机纳管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32704" y="1737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注册入网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32704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WS 长连接通信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2704" y="24323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主机分组管理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32704" y="277977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远程升级推送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32704" y="3127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规则签名分发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32704" y="34747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资源实时监控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42048" y="1188720"/>
            <a:ext cx="1572768" cy="3108960"/>
          </a:xfrm>
          <a:prstGeom prst="roundRect">
            <a:avLst>
              <a:gd name="adj" fmla="val 4651"/>
            </a:avLst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7242048" y="12801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 &amp; 平台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51776" y="1737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4路意图路由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51776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项目文档 RAG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51776" y="24323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联网安全搜索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51776" y="277977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多模型管理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51776" y="3127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规则离线导入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51776" y="34747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四套 UI 主题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LangGraph 0.2.28 · React 18 · antd5 · Go 1.22 · ES · Redis · Milvus · Neo4j · Kafka · Docker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认证体系 &amp; 多主题切换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四角色权限矩阵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6459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600200"/>
            <a:ext cx="13716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600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13716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600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菜单数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(管理员)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1984248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19842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全部读写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984248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9842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164592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682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(分析师)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2368296"/>
            <a:ext cx="1371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2368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分析+查看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368296"/>
            <a:ext cx="1371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2368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52344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7523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(响应员)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275234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2752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响应+审批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75234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2752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136392"/>
            <a:ext cx="164592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36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(观察者)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3136392"/>
            <a:ext cx="1371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1874520" y="3136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136392"/>
            <a:ext cx="1371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3136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四套 UI 主题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029200" y="160020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645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亮色模式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18928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白底黑字 · 亮侧栏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233172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暗色模式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26243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黑底白字 · 暗侧栏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30632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108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混合-亮侧栏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33558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亮侧栏 + 暗内容区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379476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1A2D40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混合-暗侧栏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12080" y="4087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暗侧栏 + 亮内容区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认证  ·  axios 401 拦截器  ·  SSE 通过 ?token= 鉴权  ·  演示数据一键注入（管理员可见）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态势感知大屏 — 实时数据可视化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总事件数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真阳性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8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待审批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143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平均处理时长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结论分布（饼图）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真阳性 / 假阳性 / 未知 / 忽略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中文标签 + 颜色映射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468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定级分布（柱状图）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 → 高危 → 中危 → 低危 → 提示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五级颜色梯度映射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468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事件趋势（折线图）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时间序列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verdict 分类展示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支持时间窗口切换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SSE 实时推送：Redis pub/sub 跨 worker fan-out → 前端无需手动刷新 → 指标/事件/审批状态秒级更新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事件队列 &amp; 推理链详情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事件队列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事件列表：ID / 源 / 定级 / 结论 / 置信度 / 状态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筛选：按定级、结论、状态过滤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分页查询 + SSE 实时追加新事件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事件状态：processing → completed / pending_approval / ignored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推理链 Timeline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572768"/>
            <a:ext cx="292608" cy="292608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72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1865376"/>
            <a:ext cx="18288" cy="182880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554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755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校验事件、写审计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048256"/>
            <a:ext cx="292608" cy="292608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048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340864"/>
            <a:ext cx="18288" cy="182880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029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2311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蜜罐规则 / LLM 分流决策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523744"/>
            <a:ext cx="292608" cy="292608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23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2816352"/>
            <a:ext cx="18288" cy="182880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505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cti_analyst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7066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 查询 + GraphRAG 情报召回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999232"/>
            <a:ext cx="292608" cy="292608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3291840"/>
            <a:ext cx="18288" cy="182880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2980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提示 → verdict + confidence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3474720"/>
            <a:ext cx="292608" cy="292608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767328"/>
            <a:ext cx="18288" cy="182880"/>
          </a:xfrm>
          <a:prstGeom prst="rect">
            <a:avLst/>
          </a:prstGeom>
          <a:solidFill>
            <a:srgbClr val="D0D8E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3456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3657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汇聚结果 → 写审计 → 决定下一步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3950208"/>
            <a:ext cx="292608" cy="292608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4133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conf≥0.8→respond / 0.5-0.8→vuln / &lt;0.5→done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自动提取（IP/域名/Hash/URL） → 自动脱敏（密码/PII/Hash） → SSE 实时推送推理步骤 → 全程 ES 审计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分级审批流程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25880"/>
            <a:ext cx="1280160" cy="54864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事件完成研判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true_positive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≥ 0.8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325880"/>
            <a:ext cx="12801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剧本匹配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YAML 剧本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兜底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325880"/>
            <a:ext cx="1280160" cy="54864"/>
          </a:xfrm>
          <a:prstGeom prst="rect">
            <a:avLst/>
          </a:prstGeom>
          <a:solidFill>
            <a:srgbClr val="0EA37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自动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自动批准执行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1325880"/>
            <a:ext cx="1280160" cy="54864"/>
          </a:xfrm>
          <a:prstGeom prst="rect">
            <a:avLst/>
          </a:prstGeom>
          <a:solidFill>
            <a:srgbClr val="E08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单人审批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quorum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人即可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325880"/>
            <a:ext cx="1280160" cy="54864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L4/L5 双人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高敏感操作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人 quorum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8952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1325880"/>
            <a:ext cx="128016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执行/拒绝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ActionDispatcher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dry_run 安全闸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审批存储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Hash + Set + ZSet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脚本原子 quorum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实时通知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06040" y="2880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通知渠道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企微 Webhook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 Webhook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审批卡推送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880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超时兜底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9204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定时任务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超时自动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双保险机制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2880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处置动作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/ siem_tag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dns_block / firewall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dry_run 默认开启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主机纳管 — Agent 注册 · 分组 · 升级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注册入网流程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20040" cy="320040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创建注册令牌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服务端生成一次性 enroll token，设置 TTL 过期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320040" cy="320040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48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20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221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pipe bash / 下载脚本 / 手动安装二进制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532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密钥交换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7340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携带 token 注册，获取 agent_id + 签名公钥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072384"/>
            <a:ext cx="320040" cy="320040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723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044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WS 长连接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246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连接 WebSocket，开始心跳，可接收指令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纳管功能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146304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499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主机分组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499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按业务/环境创建分组，主机拖拽归类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883664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状态监控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 / 离线 / 已下线，最后心跳时间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30428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340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远程升级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408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服务端推送新版本 → Agent 自升级 → 确认回执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724912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规则分发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规则包 Ed25519 签名 → WS 下发 → Agent 热加载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145536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182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182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 → 在线 → 下线(decommission) → 永久删除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356616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602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资源采集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6027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端采集 CPU/内存/磁盘，心跳上报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跨平台 Agent (Linux/Windows/macOS)  ·  Ed25519 签名防篡改  ·  WebSocket 双向通信  ·  进程自我保护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漏洞扫描 — 表单式 &amp; 对话式双入口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表单式创建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目标选择器：按主机组 / 主机名 / IP-CIDR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扫描模块：系统漏洞 (sys_vuln) / 安全基线 (baseline)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双引擎：matcher (CVE 精确匹配) / Nuclei (YAML 模板)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资源限制：CPU / 内存上限，避免影响业务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定时调度：cron 表达式定时执行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任务列表：查看历史任务，跳转监控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对话式创建 (ChatScan)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扫描 web-server 组的主机，检查系统漏洞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2080" y="22677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好的，我将对 web-server 组（3台主机）执行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系统漏洞扫描。使用 Nuclei 引擎。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[确认卡片：目标/模块/引擎]  [执行扫描]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212080" y="28437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加上基线检查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0" y="34198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已更新：扫描模块 = 系统漏洞 + 安全基线。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[更新确认卡片]  [执行扫描]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意图解析自动执行  ·  多轮对话细化需求  ·  确认卡片防误操作  ·  对话历史持久化  ·  多会话管理  ·  模型动态切换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扫描监控 — SSE 实时进度推送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扫描执行链路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创建任务 → 放入 Redis Stream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TaskWorker 消费 → 通过 WS 下发 scan_command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Agent 收到指令 → 执行扫描（matcher/Nuclei）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Agent 实时上报结果 → WS → TaskWorker 写 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SSE 推送到前端监控页 → 进度条更新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任务完成 → 可下载 HTML 报告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事件类型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54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scan_start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89320" y="1554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扫描开始，总主机数/模块数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975104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9751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host_start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19751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开始扫描某台主机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39572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395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89320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发现一个漏洞（CVE/严重等级/修复建议）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816352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8163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host_done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89320" y="28163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某台主机扫描完成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236976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2369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task_progress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89320" y="323697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进度百分比更新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6576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657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task_done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3657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全部完成（或 task_error 失败）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监控页特性：实时进度条  ·  事件流日志  ·  发现列表  ·  取消任务  ·  AI 等级评估  ·  一键下载报告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漏洞清单 &amp; 扫描报告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漏洞清单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全量漏洞数据库：CVE / 名称 / 等级 / 主机 / 类别 / 修复建议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筛选器：按严重等级 (critical~info) 和状态过滤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批量操作：勾选多条 → 标记已修复 / 已接受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过滤标记：AI 判断为误报的单独标记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单条操作：查看详情 → 查看修复建议 → 更新状态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状态流转：open → fixed / accepted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扫描报告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591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任务摘要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591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 ID / 创建时间 / 状态 / 目标主机数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196596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002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统计分布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002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总数 / 严重 / 高危 / 中危 / 低危 分布统计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37744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414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主机汇总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4140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每台主机的问题数量排行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278892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825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详细发现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825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每条漏洞的 CVE + 修复建议 + 来源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320040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236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导出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2369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包含统计图表 + 详细列表的完整报告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0" y="361188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task_id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648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查询任意已完成任务的报告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漏洞数据存储于 ES  ·  报告支持导出 HTML（含 echarts 图表）  ·  支持按 task_id / hostname / severity 筛选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规则管理 &amp; 模型管理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规则管理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规则列表浏览（名称 / CVE / 分类 / 严重等级 / 修复建议）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筛选搜索（按分类 sys_vuln/baseline、等级、关键词）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093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规则详情查看（匹配条件、检测逻辑）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386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离线导入 ZIP 规则包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一键同步到所有在线 Agent（Ed25519 签名）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版本号追踪，增量更新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规则分发链路：上传包 → 版本递增 → WS 下发 rule_sync (Ed25519 签名) → Agent 验证签名 → 下载 → 热加载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模型管理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508760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多模型支持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5361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Claude · vLLM · 本地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1856232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883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管理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 / 编辑 / 删除 / 启用 / 禁用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2203704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默认切换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23113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设置当前生效的默认 LLM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551176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578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参数配置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57860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max_tokens · base_url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2898648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926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安全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列表不返回明文，仅显示已配置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246120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273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预置模型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2735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家服务商预置参数开箱即用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3593592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621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持久化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6210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llm_models 表存储，重启不丢失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ModelAdapter 统一抽象层  ·  structured output (JSON Schema)  ·  模型切换不影响业务代码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对话助手 — 四路意图智能路由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417320"/>
            <a:ext cx="502920" cy="502920"/>
          </a:xfrm>
          <a:prstGeom prst="ellipse">
            <a:avLst/>
          </a:prstGeom>
          <a:solidFill>
            <a:srgbClr val="1B6B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— 扫描意图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 → 结构化 ScanIntent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目标/模块/引擎自动提取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确认卡片 → 一键执行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项目问答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docs/ 本地文档检索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增强 LLM 回答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标注文件来源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1417320"/>
            <a:ext cx="502920" cy="502920"/>
          </a:xfrm>
          <a:prstGeom prst="ellipse">
            <a:avLst/>
          </a:prstGeom>
          <a:solidFill>
            <a:srgbClr val="E08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2011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联网搜索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HTML 搜索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 CVE/安全新闻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 URL 来源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1417320"/>
            <a:ext cx="502920" cy="502920"/>
          </a:xfrm>
          <a:prstGeom prst="ellipse">
            <a:avLst/>
          </a:prstGeom>
          <a:solidFill>
            <a:srgbClr val="0EA37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2011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自由对话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3317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通用聊天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知识问答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助手介绍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用户消息 → /api/v1/chat → LLM 意图分类（4选1）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scan  → ScanIntent 解析 → 前端确认卡片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project → DocSearch(docs/) → RAG → 带来源回答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web  → DDG HTML Search → RAG → 带URL来源回答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 chat  → 直接 LLM 回答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工程质量 &amp; 技术指标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1B6B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3444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(121单测 + 10集成)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93392" y="123444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993392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代码覆盖率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84832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Agent 逻辑全覆盖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12464" y="123444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12464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错误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03904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 src/ 通过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123444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8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31536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strict 错误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22976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严格模式类型检查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123444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150608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通过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42048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全场景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技术栈详情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FastAPI, LangGraph 0.2.28, Celery, aiokafka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(默认), Claude, OpenAI, vLLM, ModelAdapter 统一抽象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1732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(事件+审计), Redis (审批+总线), Milvus (向量), Neo4j (ATT&amp;CK)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17320" y="4160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antd5, @ant-design/charts, Vite, Playwright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4805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17320" y="4480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1.22, WebSocket, Ed25519, Nuclei CLI, 规则引擎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80060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17320" y="4800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ruff, mypy(strict), pytest, openapi-typescript, Playwright E2E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已实现能力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告警智能研判 — 从接入到结论全自动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漏洞主动扫描 — 双引擎 + 对话式交互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响应处置 — 分级审批 + 自动执行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主机纳管 — Agent 全生命周期管理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对话 — 四路路由 + 知识检索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平台能力 — RBAC + SSE 实时 + 4 主题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后续方向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Milvus 知识库充实（目前仅6条向量）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vuln_hunter 沙箱端到端验证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Kafka Consumer 接通主图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覆盖率提升至 80%+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接入更多 EDR/防火墙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LangGraph checkpointer 替代轮询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1828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SecAgent v0.1.0 — 打造 AI 驱动的安全运营闭环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2026-07-23  |  257 测试 · 0 lint 错误 · 4/4 E2E 通过  |  https://github.com/security-agent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SecAgent 安全 AI Agent 功能演示</dc:title>
  <dc:subject>PptxGenJS Presentation</dc:subject>
  <dc:creator>SecAgent Team</dc:creator>
  <cp:lastModifiedBy>SecAgent Team</cp:lastModifiedBy>
  <cp:revision>1</cp:revision>
  <dcterms:created xsi:type="dcterms:W3CDTF">2026-07-23T02:25:09Z</dcterms:created>
  <dcterms:modified xsi:type="dcterms:W3CDTF">2026-07-23T02:25:09Z</dcterms:modified>
</cp:coreProperties>
</file>